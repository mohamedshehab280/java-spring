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603949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Java Spring · Week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021830"/>
            <a:ext cx="10566166" cy="1466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00"/>
              </a:lnSpc>
              <a:buNone/>
            </a:pPr>
            <a:r>
              <a:rPr lang="en-US" sz="55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Who hands it</a:t>
            </a:r>
            <a:endParaRPr lang="en-US" sz="5500" dirty="0"/>
          </a:p>
          <a:p>
            <a:pPr algn="l" indent="0" marL="0">
              <a:lnSpc>
                <a:spcPts val="5800"/>
              </a:lnSpc>
              <a:buNone/>
            </a:pPr>
            <a:r>
              <a:rPr lang="en-US" sz="55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it needs</a:t>
            </a:r>
            <a:endParaRPr lang="en-US" sz="55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3691799"/>
            <a:ext cx="10566166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1900" dirty="0">
                <a:solidFill>
                  <a:srgbClr val="8FA8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wiring beans · @Autowired · scopes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12810" y="4256898"/>
            <a:ext cx="10566166" cy="19020"/>
          </a:xfrm>
          <a:prstGeom prst="rect">
            <a:avLst/>
          </a:prstGeom>
          <a:solidFill>
            <a:srgbClr val="D4AF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2810" y="4479188"/>
            <a:ext cx="10566166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Eng. Mohamed Shehab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12810" y="5006249"/>
            <a:ext cx="10566166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Faculty of Computers and Information, Menoufia University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Where we stopped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17889"/>
            <a:ext cx="10566166" cy="92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beans in the box, and none of them knows another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812810" y="233034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5990" y="2533620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Week 2 left us here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15990" y="280345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@Component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on the class, 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@ComponentScan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on the configuration, and Spring finds it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84727" y="233034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87907" y="2533620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still missing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387907" y="280345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bean stands alone. Not one of them takes anything from another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810" y="3657509"/>
            <a:ext cx="10566166" cy="1493490"/>
          </a:xfrm>
          <a:prstGeom prst="roundRect">
            <a:avLst>
              <a:gd name="adj" fmla="val 68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410" y="3886109"/>
            <a:ext cx="10108966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beans in the context: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... four of Spring's own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appConfig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bookingService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5341468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is not a real application. A real service needs other things.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hook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2469"/>
            <a:ext cx="10566166" cy="92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booking has to send an email. Who hands it a sender?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812810" y="2279599"/>
            <a:ext cx="10566166" cy="2011589"/>
          </a:xfrm>
          <a:prstGeom prst="roundRect">
            <a:avLst>
              <a:gd name="adj" fmla="val 505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508199"/>
            <a:ext cx="1010896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class BookingService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public void book(String user, String eventTitle)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log.info(...);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???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.send(user, "Booking confirmation");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445632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4659508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comes to mind first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929348"/>
            <a:ext cx="4787798" cy="230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SmtpEmailSender()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inside the method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84727" y="445632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07" y="4659508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why that hurts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07" y="4929348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service now decides who sends, and builds it itself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Today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2469"/>
            <a:ext cx="10566166" cy="92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putting a bean in the box, to wiring one to another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812810" y="227959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5990" y="248277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15990" y="2752618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wire them by hand inside the configuration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84727" y="227959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87907" y="248277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387907" y="2752618"/>
            <a:ext cx="4787798" cy="230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@Autowired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and the three places it goes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810" y="358133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15990" y="378451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15990" y="4054358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build a loop on purpose and read Spring's answer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4727" y="358133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7907" y="378451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387907" y="4054358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More than one of a type. Which one gets injected?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12810" y="4882987"/>
            <a:ext cx="10566166" cy="742950"/>
          </a:xfrm>
          <a:prstGeom prst="roundRect">
            <a:avLst>
              <a:gd name="adj" fmla="val 1367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5111587"/>
            <a:ext cx="101089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a different question altogether: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is a bean built, and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long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does it live?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3.1 · Both in the box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79759"/>
            <a:ext cx="10566166" cy="40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</a:t>
            </a:r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@Bean</a:t>
            </a:r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methods, and neither knows the other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12810" y="1737360"/>
            <a:ext cx="10566166" cy="3684849"/>
          </a:xfrm>
          <a:prstGeom prst="roundRect">
            <a:avLst>
              <a:gd name="adj" fmla="val 275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1965869"/>
            <a:ext cx="10108966" cy="3227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@Bean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SmtpEmailSender smtpEmailSender()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return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SmtpEmailSender();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@Bean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 bookingService()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return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BookingService();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// takes nothing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ahmed@example.com booked a seat for Spring Boot Workshop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sender, nothing was emailed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beans in the context: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service's sender: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null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3.1.1 · Wiring by a direct call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2469"/>
            <a:ext cx="10566166" cy="40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</a:t>
            </a:r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@Bean</a:t>
            </a:r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method calls the other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12810" y="1762689"/>
            <a:ext cx="10566166" cy="1493490"/>
          </a:xfrm>
          <a:prstGeom prst="roundRect">
            <a:avLst>
              <a:gd name="adj" fmla="val 68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1991289"/>
            <a:ext cx="10108966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@Bean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 bookingService()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return new BookingService(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smtpEmailSender()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421319"/>
            <a:ext cx="10566166" cy="1234440"/>
          </a:xfrm>
          <a:prstGeom prst="roundRect">
            <a:avLst>
              <a:gd name="adj" fmla="val 823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41410" y="3649919"/>
            <a:ext cx="101089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BookingService created with a sender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ahmed@example.com booked a seat for Spring Boot Workshop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[SMTP] -&gt; ahmed@example.com | Booking confirmation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10" y="4820808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works. But something in that output is stranger than that.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3.1.1 · The question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79759"/>
            <a:ext cx="10566166" cy="782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8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called the method ourselves. Why is there only one?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12810" y="2114459"/>
            <a:ext cx="10566166" cy="1493490"/>
          </a:xfrm>
          <a:prstGeom prst="roundRect">
            <a:avLst>
              <a:gd name="adj" fmla="val 68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343059"/>
            <a:ext cx="10108966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SmtpEmailSender created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← once, not twice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service's sender: ...SmtpEmailSender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@2e1f5c4d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context's sender: ...SmtpEmailSender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@2e1f5c4d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76037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963558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the code says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233398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smtpEmailSender()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is a method call, and the method says 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84727" y="376037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07" y="3963558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Spring does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07" y="4233398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It intercepts the call and hands back the bean it already has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3.1.2 · The other way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2469"/>
            <a:ext cx="10566166" cy="81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Ask for it in the parameter and let Spring bring it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12810" y="2167860"/>
            <a:ext cx="10566166" cy="1493490"/>
          </a:xfrm>
          <a:prstGeom prst="roundRect">
            <a:avLst>
              <a:gd name="adj" fmla="val 68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396460"/>
            <a:ext cx="10108966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@Bean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 bookingService(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SmtpEmailSender smtpEmailSender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return new BookingService(smtpEmailSender);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82639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4029578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output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299509"/>
            <a:ext cx="4787798" cy="230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Identical, down to the one shared address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84727" y="382639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07" y="4029578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difference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07" y="429950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 name what you need instead of where to get 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5128138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 that is the shape of everything else today.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3.2 · Back out of the configuration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5179"/>
            <a:ext cx="10566166" cy="391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8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@Autowired</a:t>
            </a:r>
            <a:pPr algn="l" indent="0" marL="0">
              <a:lnSpc>
                <a:spcPts val="3100"/>
              </a:lnSpc>
              <a:buNone/>
            </a:pPr>
            <a:r>
              <a:rPr lang="en-US" sz="28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means: fill this from the box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12810" y="177411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5990" y="197729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Until now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15990" y="224722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configuration said: build the service, hand it a sender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84727" y="177411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87907" y="197729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here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387907" y="224722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class itself says: I need a sender, bring me 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810" y="3088569"/>
            <a:ext cx="10566166" cy="1028700"/>
          </a:xfrm>
          <a:prstGeom prst="roundRect">
            <a:avLst>
              <a:gd name="adj" fmla="val 987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410" y="3317169"/>
            <a:ext cx="1010896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book says plainly that this is what you meet in real code, paired with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@Component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not with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@Bean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4295028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 we go back to where week 2 left us: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@Component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@ComponentScan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3.2 · Three places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2469"/>
            <a:ext cx="10566166" cy="40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annotation, in three different places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12810" y="1762689"/>
            <a:ext cx="10566166" cy="2529779"/>
          </a:xfrm>
          <a:prstGeom prst="roundRect">
            <a:avLst>
              <a:gd name="adj" fmla="val 401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1991289"/>
            <a:ext cx="10108966" cy="2072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@Autowired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private SmtpEmailSender emailSender;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// on the field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@Autowired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BookingService(SmtpEmailSender s) { ... }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// on the constructor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@Autowired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void setEmailSender(SmtpEmailSender s) { ... }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// on the setter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10" y="4457609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 tried all three. And the output?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3.2 · The result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2469"/>
            <a:ext cx="10566166" cy="40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three print exactly the same thing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12810" y="1762689"/>
            <a:ext cx="10566166" cy="1234440"/>
          </a:xfrm>
          <a:prstGeom prst="roundRect">
            <a:avLst>
              <a:gd name="adj" fmla="val 823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1991289"/>
            <a:ext cx="101089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ahmed@example.com booked a seat for Spring Boot Workshop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[SMTP] -&gt; ahmed@example.com | Booking confirmation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beans in the context: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16217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36544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 the difference is not behaviour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363528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the console alone you cannot tell which one I used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84727" y="316217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07" y="336544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it is not the value either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07" y="363528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There is one bean, so Spring puts the right one in all three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4463918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where is it? In one thing: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compiler can stop you doing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3.2 · The real difference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79027"/>
            <a:ext cx="10566166" cy="641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a field you can build a half-made object. With a constructor you cannot.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12810" y="1972269"/>
            <a:ext cx="10566166" cy="1231788"/>
          </a:xfrm>
          <a:prstGeom prst="roundRect">
            <a:avLst>
              <a:gd name="adj" fmla="val 824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200869"/>
            <a:ext cx="10108966" cy="774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No Spring, no context. This is what a unit test does.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BookingService s =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 BookingService()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s.book("ahmed@example.com", "Spring Boot Workshop");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356122"/>
            <a:ext cx="10566166" cy="1199418"/>
          </a:xfrm>
          <a:prstGeom prst="roundRect">
            <a:avLst>
              <a:gd name="adj" fmla="val 84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41410" y="3584722"/>
            <a:ext cx="10108966" cy="742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compiler was happy to build this object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ahmed@example.com booked a seat for Spring Boot Workshop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Cannot invoke "EmailSender.send(...)" because "this.emailSender" is null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2810" y="4707697"/>
            <a:ext cx="5194158" cy="1134222"/>
          </a:xfrm>
          <a:prstGeom prst="roundRect">
            <a:avLst>
              <a:gd name="adj" fmla="val 895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15990" y="4910877"/>
            <a:ext cx="4787798" cy="205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the field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15990" y="5179802"/>
            <a:ext cx="4787798" cy="458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It compiled, the first line ran, then it fell over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84727" y="4707697"/>
            <a:ext cx="5194158" cy="1134222"/>
          </a:xfrm>
          <a:prstGeom prst="roundRect">
            <a:avLst>
              <a:gd name="adj" fmla="val 895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7907" y="4910877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the constructor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87907" y="5180716"/>
            <a:ext cx="4787798" cy="230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BookingService()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does not compile at all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3.2 · And one thing the book skips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5179"/>
            <a:ext cx="1056616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removed </a:t>
            </a:r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@Autowired</a:t>
            </a:r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entirely, and it still worked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12810" y="2137319"/>
            <a:ext cx="10566166" cy="1493490"/>
          </a:xfrm>
          <a:prstGeom prst="roundRect">
            <a:avLst>
              <a:gd name="adj" fmla="val 68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365919"/>
            <a:ext cx="10108966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no @Autowired anywhere here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BookingService(SmtpEmailSender emailSender)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this.emailSender = emailSender;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808659"/>
            <a:ext cx="10566166" cy="742950"/>
          </a:xfrm>
          <a:prstGeom prst="roundRect">
            <a:avLst>
              <a:gd name="adj" fmla="val 1367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41410" y="4037259"/>
            <a:ext cx="101089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one constructor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Spring takes it as the one you meant, without being told.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12810" y="4729368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is why you will not see it in Spring Boot code from next week on.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3.3 · Breaking it on purpose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5179"/>
            <a:ext cx="10566166" cy="40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if each one is waiting for the other?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12810" y="1788109"/>
            <a:ext cx="10566166" cy="1234440"/>
          </a:xfrm>
          <a:prstGeom prst="roundRect">
            <a:avLst>
              <a:gd name="adj" fmla="val 823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016709"/>
            <a:ext cx="101089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BookingService(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SmtpEmailSender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s) { ... 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and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SmtpEmailSender(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BookingService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b) { ... }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10" y="3200309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build the first you need the second, and to build the second you need the first.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2810" y="3663818"/>
            <a:ext cx="10566166" cy="742950"/>
          </a:xfrm>
          <a:prstGeom prst="roundRect">
            <a:avLst>
              <a:gd name="adj" fmla="val 1367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41410" y="3892418"/>
            <a:ext cx="101089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E270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is a deadlock.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Spring has nowhere to start.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3.3 · The message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79759"/>
            <a:ext cx="10566166" cy="391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8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message draws the loop for you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12810" y="1723370"/>
            <a:ext cx="10566166" cy="1946849"/>
          </a:xfrm>
          <a:prstGeom prst="roundRect">
            <a:avLst>
              <a:gd name="adj" fmla="val 521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1951970"/>
            <a:ext cx="10108966" cy="1489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Error creating bean with name '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bookingService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':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Unsatisfied dependency ... constructor parameter 0: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Error creating bean with name '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smtpEmailSender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':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Unsatisfied dependency ... constructor parameter 0: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Error creating bean with name '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bookingService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':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Requested bean is currently in creation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10" y="3822649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names in order: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bookingService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smtpEmailSender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bookingService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 · Two of a type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2469"/>
            <a:ext cx="1056616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added a second sender. Which one does Spring inject?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12810" y="2111990"/>
            <a:ext cx="10566166" cy="1202070"/>
          </a:xfrm>
          <a:prstGeom prst="roundRect">
            <a:avLst>
              <a:gd name="adj" fmla="val 845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340590"/>
            <a:ext cx="10108966" cy="744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qualifying bean of type 'com.eventia.service.SmtpEmailSender'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available: expected single matching bean but found 2: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backupEmailSender,smtpEmailSender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10" y="3479109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message we have seen before. Remember the two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beans in week 2?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 · The rules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2469"/>
            <a:ext cx="10566166" cy="40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Spring works down this list, in order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12810" y="1762689"/>
            <a:ext cx="10566166" cy="2222449"/>
          </a:xfrm>
          <a:prstGeom prst="roundRect">
            <a:avLst>
              <a:gd name="adj" fmla="val 457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0570" y="1940540"/>
          <a:ext cx="10210556" cy="914400"/>
        </p:xfrm>
        <a:graphic>
          <a:graphicData uri="http://schemas.openxmlformats.org/drawingml/2006/table">
            <a:tbl>
              <a:tblPr/>
              <a:tblGrid>
                <a:gridCol w="816844"/>
                <a:gridCol w="4696856"/>
                <a:gridCol w="469685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D4AF52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#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D4AF52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The case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D4AF52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What happens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parameter name matches a bean name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That bean is injected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name match, and one bean is @Primary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primary one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match, no primary, but there is @Qualifier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one it names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None of the above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It throws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 · Rule one, in front of you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2469"/>
            <a:ext cx="10566166" cy="782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8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Change the parameter name. Nothing else. Run it.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12810" y="2139879"/>
            <a:ext cx="10566166" cy="1752539"/>
          </a:xfrm>
          <a:prstGeom prst="roundRect">
            <a:avLst>
              <a:gd name="adj" fmla="val 579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368479"/>
            <a:ext cx="10108966" cy="1295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BookingService(EmailSender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backupEmailSender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-&gt;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[BACKUP] -&gt; ahmed@example.com | ...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BookingService(EmailSender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smtpEmailSender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-&gt;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[SMTP] -&gt; ahmed@example.com | ...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4057559"/>
            <a:ext cx="10566166" cy="742950"/>
          </a:xfrm>
          <a:prstGeom prst="roundRect">
            <a:avLst>
              <a:gd name="adj" fmla="val 1367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41410" y="4286159"/>
            <a:ext cx="101089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one other thing in the project changed.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E270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the name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 · The other two ways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5179"/>
            <a:ext cx="10566166" cy="391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8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Who decides, the one giving or the one asking?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12810" y="177411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5990" y="197729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@Primary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15990" y="224722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Sits on the implementation. I am the default for anyone who asks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84727" y="1774119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87907" y="197729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@Qualifier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387907" y="224722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Sits at the point of asking. I want that one specifically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810" y="3088569"/>
            <a:ext cx="10566166" cy="1752539"/>
          </a:xfrm>
          <a:prstGeom prst="roundRect">
            <a:avLst>
              <a:gd name="adj" fmla="val 579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410" y="3317169"/>
            <a:ext cx="10108966" cy="1295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@Primary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@Component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class BackupEmailSender ...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or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BookingService(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@Qualifier("smtpEmailSender")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EmailSender 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08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45103"/>
            <a:ext cx="10566166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service asks for a contract, not for one implementation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12810" y="2002445"/>
            <a:ext cx="10566166" cy="2208825"/>
          </a:xfrm>
          <a:prstGeom prst="roundRect">
            <a:avLst>
              <a:gd name="adj" fmla="val 45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231045"/>
            <a:ext cx="10108966" cy="175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interface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EmailSender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void send(String to, String subject, String body);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@Component public class SmtpEmailSender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implements EmailSender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@Component public class BackupEmailSender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implements EmailSender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BookingService(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EmailSender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emailSender) { ... 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4334713"/>
            <a:ext cx="5194158" cy="1105601"/>
          </a:xfrm>
          <a:prstGeom prst="roundRect">
            <a:avLst>
              <a:gd name="adj" fmla="val 918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4537893"/>
            <a:ext cx="4787798" cy="19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output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796302"/>
            <a:ext cx="4787798" cy="44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Identical. What changed is that the service no longer knows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84727" y="4334713"/>
            <a:ext cx="5194158" cy="1105601"/>
          </a:xfrm>
          <a:prstGeom prst="roundRect">
            <a:avLst>
              <a:gd name="adj" fmla="val 918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07" y="4537893"/>
            <a:ext cx="4787798" cy="19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two implementations?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07" y="4796302"/>
            <a:ext cx="4787798" cy="44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2705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found 2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message, and the same three ways out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5563941"/>
            <a:ext cx="10566166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There is no new machinery here.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These are the rules from 3.4.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Labels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5179"/>
            <a:ext cx="10566166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@Service</a:t>
            </a:r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and </a:t>
            </a:r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@Repository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12810" y="1802100"/>
            <a:ext cx="10566166" cy="1849100"/>
          </a:xfrm>
          <a:prstGeom prst="roundRect">
            <a:avLst>
              <a:gd name="adj" fmla="val 549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0570" y="1979859"/>
          <a:ext cx="10210556" cy="914400"/>
        </p:xfrm>
        <a:graphic>
          <a:graphicData uri="http://schemas.openxmlformats.org/drawingml/2006/table">
            <a:tbl>
              <a:tblPr/>
              <a:tblGrid>
                <a:gridCol w="2654745"/>
                <a:gridCol w="3471589"/>
                <a:gridCol w="408422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D4AF52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Label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D4AF52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Goes on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D4AF52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Does what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@Component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class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puts it in the box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@Service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business logic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exactly the same thing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@Repository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whatever talks to the database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same, plus one job in section 7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12810" y="3828959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Remember measuring in week 2 that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@Service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carries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@Component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inside it? This is why.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Life cycle · A misleading name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67140"/>
            <a:ext cx="10566166" cy="698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5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Spring's singleton is not the Singleton you were taught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12810" y="2005279"/>
            <a:ext cx="10566166" cy="2270730"/>
          </a:xfrm>
          <a:prstGeom prst="roundRect">
            <a:avLst>
              <a:gd name="adj" fmla="val 447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233879"/>
            <a:ext cx="10108966" cy="1813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both singletons, both the same class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@Bean Printer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deskPrinter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() { return new Printer("desk"); 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@Bean Printer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backPrinter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() { return new Printer("back"); 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deskPrinter : desk@876017024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backPrinter : back@1805861882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same object?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441563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461890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Singleton in design books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888748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instance in the whole program, and the class itself forbids a second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84727" y="441563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07" y="4618909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singleton in Spring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07" y="4888748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instance 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 bean name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 context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 The class is ordinary and 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still works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Life cycle · The problem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54430"/>
            <a:ext cx="10566166" cy="698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5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instance for everyone means every changing field is shared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12810" y="1979859"/>
            <a:ext cx="10566166" cy="2195109"/>
          </a:xfrm>
          <a:prstGeom prst="roundRect">
            <a:avLst>
              <a:gd name="adj" fmla="val 462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208459"/>
            <a:ext cx="10108966" cy="1737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@Service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class InvoiceBuilder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private int total = 0;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// changes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private String customer;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// and so does this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void start(String c) { customer = c; total = 0; 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void addSeat(int p) { total += p; 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4301978"/>
            <a:ext cx="10566166" cy="1493490"/>
          </a:xfrm>
          <a:prstGeom prst="roundRect">
            <a:avLst>
              <a:gd name="adj" fmla="val 68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41410" y="4530578"/>
            <a:ext cx="10108966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ahmed and mona book at the same moment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mona owes 350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mona owes 350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expected: ahmed owes 100, and mona owes 250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Life cycle · The fix you will actually use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67140"/>
            <a:ext cx="10566166" cy="349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5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not keep it in a field. Build it where you need it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12810" y="1656070"/>
            <a:ext cx="10566166" cy="3436498"/>
          </a:xfrm>
          <a:prstGeom prst="roundRect">
            <a:avLst>
              <a:gd name="adj" fmla="val 29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1884670"/>
            <a:ext cx="10108966" cy="2979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@Service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class BillingService {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// still one instance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String bill(String customer, int seatPrice, int seats) {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Invoice invoice =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 Invoice(customer)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// local, per call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...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return invoice.finish();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ahmed and mona at the same moment, one service object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ahmed owes 100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BF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mona owes 250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10" y="5232288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scope, no annotation. The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Invoice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needed nothing from the container,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 it was never a bean.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Life cycle · One more scope, for the name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67140"/>
            <a:ext cx="10566166" cy="36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prototype</a:t>
            </a:r>
            <a:pPr algn="l" indent="0" marL="0">
              <a:lnSpc>
                <a:spcPts val="2900"/>
              </a:lnSpc>
              <a:buNone/>
            </a:pPr>
            <a:r>
              <a:rPr lang="en-US" sz="2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: a new one every time you ask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12810" y="1669969"/>
            <a:ext cx="10566166" cy="2529779"/>
          </a:xfrm>
          <a:prstGeom prst="roundRect">
            <a:avLst>
              <a:gd name="adj" fmla="val 401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1898569"/>
            <a:ext cx="10108966" cy="2072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@Scope(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"prototype"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@Service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class InvoiceBuilder { ... }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asked for twice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InvoiceBuilder created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InvoiceBuilder created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same object? </a:t>
            </a:r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433946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4542648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 when do you use it?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81257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Hardly ever. 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slide before this one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is what you reach for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84727" y="4339468"/>
            <a:ext cx="5194158" cy="1136599"/>
          </a:xfrm>
          <a:prstGeom prst="roundRect">
            <a:avLst>
              <a:gd name="adj" fmla="val 893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07" y="4542648"/>
            <a:ext cx="4787798" cy="20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Then why show it?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07" y="4812579"/>
            <a:ext cx="4787798" cy="4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 you recognise it in code, and know it has catches of its own. </a:t>
            </a:r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Another time.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week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17889"/>
            <a:ext cx="10566166" cy="782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8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 far we write all of this configuration by hand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12810" y="2190720"/>
            <a:ext cx="10566166" cy="1234440"/>
          </a:xfrm>
          <a:prstGeom prst="roundRect">
            <a:avLst>
              <a:gd name="adj" fmla="val 823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1410" y="2419320"/>
            <a:ext cx="101089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var context = new AnnotationConfigApplicationContext(AppConfig.class);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 pom with every dependency and every version typed out</a:t>
            </a:r>
            <a:endParaRPr lang="en-US" sz="12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A8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and @ComponentScan telling it where to look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10" y="3615629"/>
            <a:ext cx="10566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 week: 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5FBF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Spring Boot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All of these lines disappear.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 short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67140"/>
            <a:ext cx="10566166" cy="391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8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we walked away with today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12810" y="1697949"/>
            <a:ext cx="10566166" cy="3665098"/>
          </a:xfrm>
          <a:prstGeom prst="roundRect">
            <a:avLst>
              <a:gd name="adj" fmla="val 277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5149" y="1850380"/>
          <a:ext cx="10261305" cy="914400"/>
        </p:xfrm>
        <a:graphic>
          <a:graphicData uri="http://schemas.openxmlformats.org/drawingml/2006/table">
            <a:tbl>
              <a:tblPr/>
              <a:tblGrid>
                <a:gridCol w="718291"/>
                <a:gridCol w="954301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D4AF52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The thing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Beans are wired from the configuration, by a call or by a parameter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Call a @Bean method and Spring hands back the one it has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@Autowired in three places, and the same output from all three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constructor is the one that stops you building a half-made object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loop throws, and the fix is to redesign the classes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More than one: the name, then @Primary, then @Qualifier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And those same rules hold once the dependency is an interface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7F5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instance for all, so keep no changing state in a field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12810" y="6253307"/>
            <a:ext cx="380993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Java Spring · Week 3 · </a:t>
            </a:r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2445929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Java Spring · Week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838389"/>
            <a:ext cx="10566166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2810" y="3541928"/>
            <a:ext cx="10566166" cy="19020"/>
          </a:xfrm>
          <a:prstGeom prst="rect">
            <a:avLst/>
          </a:prstGeom>
          <a:solidFill>
            <a:srgbClr val="D4AF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2810" y="3738799"/>
            <a:ext cx="10566166" cy="280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Eng. Mohamed Shehab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12810" y="4197279"/>
            <a:ext cx="10566166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mohamed.shehab.fci@gmail.com · Telegram @shebo280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3: Wiring beans, and the bean life cycle</dc:title>
  <dc:subject>PptxGenJS Presentation</dc:subject>
  <dc:creator>PptxGenJS</dc:creator>
  <cp:lastModifiedBy>PptxGenJS</cp:lastModifiedBy>
  <cp:revision>1</cp:revision>
  <dcterms:created xsi:type="dcterms:W3CDTF">2026-10-27T08:34:16Z</dcterms:created>
  <dcterms:modified xsi:type="dcterms:W3CDTF">2026-10-27T08:34:16Z</dcterms:modified>
</cp:coreProperties>
</file>